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logo_dio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B-Segmento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B-Produto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x Segment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Vendas por Período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clean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Botão - Next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Fundo do Título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Título do report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decompositionTreeVisual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waterfallChart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ChicletSlicer1448559807354</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treemap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Home Page</a:t>
            </a:r>
            <a:endParaRPr dirty="0"/>
          </a:p>
          <a:p xmlns:a="http://schemas.openxmlformats.org/drawingml/2006/main">
            <a:r>
              <a:rPr b="0" dirty="0"/>
              <a:t>Home page</a:t>
            </a:r>
            <a:endParaRPr dirty="0"/>
          </a:p>
          <a:p xmlns:a="http://schemas.openxmlformats.org/drawingml/2006/main">
            <a:r>
              <a:rPr b="0" dirty="0"/>
              <a:t/>
            </a:r>
            <a:endParaRPr dirty="0"/>
          </a:p>
          <a:p xmlns:a="http://schemas.openxmlformats.org/drawingml/2006/main">
            <a:r>
              <a:rPr b="1" dirty="0"/>
              <a:t>RadarChart1446119667547</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Vendas e Gross x Período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logo_dio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Vendas por Período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Título do report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Home Page</a:t>
            </a:r>
            <a:endParaRPr dirty="0"/>
          </a:p>
          <a:p xmlns:a="http://schemas.openxmlformats.org/drawingml/2006/main">
            <a:r>
              <a:rPr b="0" dirty="0"/>
              <a:t>Home page</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histogramF963F133BA02A0B35D286F09F80E9C78</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Produtos mais Vendidos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aa42684-3dc0-4e32-8c71-d877b78c96af?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81520b2e39b04831" /><Relationship Type="http://schemas.openxmlformats.org/officeDocument/2006/relationships/slideLayout" Target="/ppt/slideLayouts/slideLayout8.xml" Id="Rb304b25fed3f4dc1" /><Relationship Type="http://schemas.openxmlformats.org/officeDocument/2006/relationships/hyperlink" Target="https://app.powerbi.com/groups/me/reports/4aa42684-3dc0-4e32-8c71-d877b78c96af/?pbi_source=PowerPoint" TargetMode="External" Id="RelId0" /><Relationship Type="http://schemas.openxmlformats.org/officeDocument/2006/relationships/image" Target="/ppt/media/image4.png" Id="imgId416662140"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c3768ad7eb714046" /><Relationship Type="http://schemas.openxmlformats.org/officeDocument/2006/relationships/slideLayout" Target="/ppt/slideLayouts/slideLayout8.xml" Id="Re0807c05ca194eca" /><Relationship Type="http://schemas.openxmlformats.org/officeDocument/2006/relationships/hyperlink" Target="https://app.powerbi.com/groups/me/reports/4aa42684-3dc0-4e32-8c71-d877b78c96af/?pbi_source=PowerPoint" TargetMode="External" Id="RelId1" /><Relationship Type="http://schemas.openxmlformats.org/officeDocument/2006/relationships/image" Target="/ppt/media/image5.png" Id="imgId416662141"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e28edc6e183b46ad" /><Relationship Type="http://schemas.openxmlformats.org/officeDocument/2006/relationships/slideLayout" Target="/ppt/slideLayouts/slideLayout8.xml" Id="R977481401aab40dd" /><Relationship Type="http://schemas.openxmlformats.org/officeDocument/2006/relationships/hyperlink" Target="https://app.powerbi.com/groups/me/reports/4aa42684-3dc0-4e32-8c71-d877b78c96af/?pbi_source=PowerPoint" TargetMode="External" Id="RelId2" /><Relationship Type="http://schemas.openxmlformats.org/officeDocument/2006/relationships/image" Target="/ppt/media/image6.png" Id="imgId416662142"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5af505e9560c47dd" /><Relationship Type="http://schemas.openxmlformats.org/officeDocument/2006/relationships/slideLayout" Target="/ppt/slideLayouts/slideLayout8.xml" Id="R8aee3d8bbac34f4a" /><Relationship Type="http://schemas.openxmlformats.org/officeDocument/2006/relationships/hyperlink" Target="https://app.powerbi.com/groups/me/reports/4aa42684-3dc0-4e32-8c71-d877b78c96af/?pbi_source=PowerPoint" TargetMode="External" Id="RelId3" /><Relationship Type="http://schemas.openxmlformats.org/officeDocument/2006/relationships/image" Target="/ppt/media/image7.png" Id="imgId416662143"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706a1be1e7544071" /><Relationship Type="http://schemas.openxmlformats.org/officeDocument/2006/relationships/slideLayout" Target="/ppt/slideLayouts/slideLayout8.xml" Id="R54a5f7dec9964b1c" /><Relationship Type="http://schemas.openxmlformats.org/officeDocument/2006/relationships/hyperlink" Target="https://app.powerbi.com/groups/me/reports/4aa42684-3dc0-4e32-8c71-d877b78c96af/?pbi_source=PowerPoint" TargetMode="External" Id="RelId4" /><Relationship Type="http://schemas.openxmlformats.org/officeDocument/2006/relationships/image" Target="/ppt/media/image8.png" Id="imgId41666214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Desafio_Projeto_Data Analytics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08/02/2026 17:37:55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08/02/2026 17:35:49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1666214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Home Page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logo_dio ,shape ,image ,card ,card ,shape ,shape ,textbox ,shape ,B-Segmento ,B-Produto ,Sales x Segment ,clusteredBarChart ,Vendas por Período ,clean ,actionButton ,textbox ,slicer ,Botão - Next ,pivotTable ,shape ,shape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1666214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shape ,image ,Fundo do Título ,Título do report ,shape ,decompositionTreeVisual ,waterfallChart ,ChicletSlicer1448559807354 ,treemap ,textbox ,shape ,actionButton ,textbox ,Home Page ,RadarChart1446119667547.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1666214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Profit</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Vendas e Gross x Período ,shape ,logo_dio ,shape ,shape ,shape ,shape ,shape ,shape ,pivotTable ,Vendas por Período ,Título do report ,textbox ,shape ,shape ,actionButton ,textbox ,Home Pag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1666214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Report</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histogramF963F133BA02A0B35D286F09F80E9C78 ,Produtos mais Vendidos.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41666214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Página 1</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